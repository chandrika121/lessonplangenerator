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6b6bb87fb84a4a" /><Relationship Type="http://schemas.openxmlformats.org/officeDocument/2006/relationships/extended-properties" Target="/docProps/app.xml" Id="R561a241b50dc448c" /><Relationship Type="http://schemas.openxmlformats.org/officeDocument/2006/relationships/officeDocument" Target="/ppt/presentation.xml" Id="R7a6c87d01502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ea152567b4f09"/>
  </p:sldMasterIdLst>
  <p:notesMasterIdLst>
    <p:notesMasterId xmlns:r="http://schemas.openxmlformats.org/officeDocument/2006/relationships" r:id="Rd5f09ddca4f947ff"/>
  </p:notesMasterIdLst>
  <p:sldIdLst>
    <p:sldId xmlns:r="http://schemas.openxmlformats.org/officeDocument/2006/relationships" id="256" r:id="R68537399b9494de0"/>
    <p:sldId xmlns:r="http://schemas.openxmlformats.org/officeDocument/2006/relationships" id="257" r:id="R53d9841e0983429c"/>
    <p:sldId xmlns:r="http://schemas.openxmlformats.org/officeDocument/2006/relationships" id="258" r:id="R5b188b31f54e4f14"/>
    <p:sldId xmlns:r="http://schemas.openxmlformats.org/officeDocument/2006/relationships" id="259" r:id="R0e6f678d2f0f4411"/>
    <p:sldId xmlns:r="http://schemas.openxmlformats.org/officeDocument/2006/relationships" id="260" r:id="Raff7c7e8298842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652dc26244002" /><Relationship Type="http://schemas.openxmlformats.org/officeDocument/2006/relationships/slideMaster" Target="/ppt/slideMasters/slideMaster1.xml" Id="R1f0ea152567b4f09" /><Relationship Type="http://schemas.openxmlformats.org/officeDocument/2006/relationships/notesMaster" Target="/ppt/notesMasters/notesMaster1.xml" Id="Rd5f09ddca4f947ff" /><Relationship Type="http://schemas.openxmlformats.org/officeDocument/2006/relationships/presProps" Target="/ppt/presProps.xml" Id="Rf7fe77c6045845aa" /><Relationship Type="http://schemas.openxmlformats.org/officeDocument/2006/relationships/tableStyles" Target="/ppt/tableStyles.xml" Id="R2fa49e2979bd4c08" /><Relationship Type="http://schemas.openxmlformats.org/officeDocument/2006/relationships/slide" Target="/ppt/slides/slide1.xml" Id="R68537399b9494de0" /><Relationship Type="http://schemas.openxmlformats.org/officeDocument/2006/relationships/slide" Target="/ppt/slides/slide2.xml" Id="R53d9841e0983429c" /><Relationship Type="http://schemas.openxmlformats.org/officeDocument/2006/relationships/slide" Target="/ppt/slides/slide3.xml" Id="R5b188b31f54e4f14" /><Relationship Type="http://schemas.openxmlformats.org/officeDocument/2006/relationships/slide" Target="/ppt/slides/slide4.xml" Id="R0e6f678d2f0f4411" /><Relationship Type="http://schemas.openxmlformats.org/officeDocument/2006/relationships/slide" Target="/ppt/slides/slide5.xml" Id="Raff7c7e82988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2472780ce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3908fcde04efc" /><Relationship Type="http://schemas.openxmlformats.org/officeDocument/2006/relationships/notesMaster" Target="/ppt/notesMasters/notesMaster1.xml" Id="R51e54d17f23e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fab735e5a4de9" /><Relationship Type="http://schemas.openxmlformats.org/officeDocument/2006/relationships/notesMaster" Target="/ppt/notesMasters/notesMaster1.xml" Id="R05c952b511a147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3c869878cf4897" /><Relationship Type="http://schemas.openxmlformats.org/officeDocument/2006/relationships/notesMaster" Target="/ppt/notesMasters/notesMaster1.xml" Id="R1f4869edc09843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6a3dd9aac442b1" /><Relationship Type="http://schemas.openxmlformats.org/officeDocument/2006/relationships/notesMaster" Target="/ppt/notesMasters/notesMaster1.xml" Id="R4e06fbf83e4a41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c11e12ba984471" /><Relationship Type="http://schemas.openxmlformats.org/officeDocument/2006/relationships/notesMaster" Target="/ppt/notesMasters/notesMaster1.xml" Id="Re98c900cea94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5dbfb0ba64d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876ee576e494f" /><Relationship Type="http://schemas.openxmlformats.org/officeDocument/2006/relationships/slideLayout" Target="/ppt/slideLayouts/slideLayout1.xml" Id="Rf37cdfc550af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cdfc550af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e46ba15b41f2" /><Relationship Type="http://schemas.openxmlformats.org/officeDocument/2006/relationships/notesSlide" Target="/ppt/notesSlides/notesSlide1.xml" Id="R865fa7ffdf00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7a5adeda24dbd" /><Relationship Type="http://schemas.openxmlformats.org/officeDocument/2006/relationships/notesSlide" Target="/ppt/notesSlides/notesSlide2.xml" Id="R56891f93fc66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425eba8474780" /><Relationship Type="http://schemas.openxmlformats.org/officeDocument/2006/relationships/notesSlide" Target="/ppt/notesSlides/notesSlide3.xml" Id="R8523549d9cd3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6ec5c5d2543b8" /><Relationship Type="http://schemas.openxmlformats.org/officeDocument/2006/relationships/notesSlide" Target="/ppt/notesSlides/notesSlide4.xml" Id="Rd80ec920a26745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59c16c1404481" /><Relationship Type="http://schemas.openxmlformats.org/officeDocument/2006/relationships/notesSlide" Target="/ppt/notesSlides/notesSlide5.xml" Id="R95ae312ae79e43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53C21A-7F58-4B9D-9DEE-FBA1BCA0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9689"/>
                </a:solidFill>
              </a:defRPr>
            </a:pPr>
            <a:r>
              <a:rPr sz="1350" b="1">
                <a:solidFill>
                  <a:srgbClr val="009689"/>
                </a:solidFill>
              </a:rPr>
              <a:t>Session 2: Cell Structure &amp; Organelles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5E4E1-8C91-4917-B1A8-9F7F25F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Hook: The City Analogy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E82C2-9493-4099-90B8-3CB8CB5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Cell = A bustling city.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Organelle = Specialized buildings/rooms.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Question: What is the power plant?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D0583-D564-4C75-AAA4-BCB51AE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Session 2 • Slide 1</a:t>
            </a:r>
          </a:p>
        </p:txBody>
      </p:sp>
    </p:spTree>
    <p:extLst>
      <p:ext uri="{BB962C8B-B14F-4D97-AF65-F5344CB8AC3E}">
        <p14:creationId xmlns:p14="http://schemas.microsoft.com/office/powerpoint/2010/main" val="1681889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5A1A2-4101-4D36-8022-39778EDB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9689"/>
                </a:solidFill>
              </a:defRPr>
            </a:pPr>
            <a:r>
              <a:rPr sz="1350" b="1">
                <a:solidFill>
                  <a:srgbClr val="009689"/>
                </a:solidFill>
              </a:rPr>
              <a:t>Session 2: Cell Structure &amp; Organelles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9480B-CE80-4C6E-B4D4-3585EEC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E448B-F670-485A-8E06-579D4EC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Cell Membrane: Selective permeability (Security Guard).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Plant Cell Wall: Rigid, cellulose-based (Support Structure).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Key Difference: Animals = No wall.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3C123-7826-49B1-98FB-76A47D6A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Session 2 • Slide 2</a:t>
            </a:r>
          </a:p>
        </p:txBody>
      </p:sp>
    </p:spTree>
    <p:extLst>
      <p:ext uri="{BB962C8B-B14F-4D97-AF65-F5344CB8AC3E}">
        <p14:creationId xmlns:p14="http://schemas.microsoft.com/office/powerpoint/2010/main" val="722435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32DF8-9114-4F3D-BA1D-05502F0E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9689"/>
                </a:solidFill>
              </a:defRPr>
            </a:pPr>
            <a:r>
              <a:rPr sz="1350" b="1">
                <a:solidFill>
                  <a:srgbClr val="009689"/>
                </a:solidFill>
              </a:rPr>
              <a:t>Session 2: Cell Structure &amp; Organelles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1B9DB-0932-4C90-991B-16B4A45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The Control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CFBBD-82E5-4948-9FBE-ECD9352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Nucleus: Contains DNA/Genetic Blueprint.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Functions: Controls metabolism, growth, reproduction.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Components: Nuclear membrane, Nucleolus.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46FD9-E27E-4AE5-BAAC-368B57F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Session 2 • Slide 3</a:t>
            </a:r>
          </a:p>
        </p:txBody>
      </p:sp>
    </p:spTree>
    <p:extLst>
      <p:ext uri="{BB962C8B-B14F-4D97-AF65-F5344CB8AC3E}">
        <p14:creationId xmlns:p14="http://schemas.microsoft.com/office/powerpoint/2010/main" val="749635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4F302-0F44-4DF5-8DC5-998B2A72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9689"/>
                </a:solidFill>
              </a:defRPr>
            </a:pPr>
            <a:r>
              <a:rPr sz="1350" b="1">
                <a:solidFill>
                  <a:srgbClr val="009689"/>
                </a:solidFill>
              </a:rPr>
              <a:t>Session 2: Cell Structure &amp; Organelles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06F76-7E73-418E-A2E7-923B3896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Energy &amp;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F636C-76EA-476D-9558-54046BB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Mitochondria: Powerhouse (ATP production).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Ribosomes: Protein factories.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ER: Transport highway (Rough vs. Smooth).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A59BF-0370-4176-B308-4AC6C5F6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Session 2 • Slide 4</a:t>
            </a:r>
          </a:p>
        </p:txBody>
      </p:sp>
    </p:spTree>
    <p:extLst>
      <p:ext uri="{BB962C8B-B14F-4D97-AF65-F5344CB8AC3E}">
        <p14:creationId xmlns:p14="http://schemas.microsoft.com/office/powerpoint/2010/main" val="1115269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C13F8-F6EF-48B1-841D-0E6B230F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9689"/>
                </a:solidFill>
              </a:defRPr>
            </a:pPr>
            <a:r>
              <a:rPr sz="1350" b="1">
                <a:solidFill>
                  <a:srgbClr val="009689"/>
                </a:solidFill>
              </a:rPr>
              <a:t>Session 2: Cell Structure &amp; Organelles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D5863-1E81-447E-81E0-7DDF8AC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Summary &amp;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A709F-A690-41E8-982B-DC1ED1E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Plant cells have walls and chloroplasts; animal cells do not.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All eukaryotic cells need mitochondria for energy.</a:t>
            </a:r>
          </a:p>
          <a:p xmlns:a="http://schemas.openxmlformats.org/drawingml/2006/main">
            <a:pPr>
              <a:defRPr sz="1650">
                <a:solidFill>
                  <a:srgbClr val="1D293D"/>
                </a:solidFill>
              </a:defRPr>
            </a:pPr>
            <a:r>
              <a:rPr sz="1650">
                <a:solidFill>
                  <a:srgbClr val="1D293D"/>
                </a:solidFill>
              </a:rPr>
              <a:t>• Structure determines function.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1ED2F-B61E-429D-A85F-4800B93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Session 2 • Slide 5</a:t>
            </a:r>
          </a:p>
        </p:txBody>
      </p:sp>
    </p:spTree>
    <p:extLst>
      <p:ext uri="{BB962C8B-B14F-4D97-AF65-F5344CB8AC3E}">
        <p14:creationId xmlns:p14="http://schemas.microsoft.com/office/powerpoint/2010/main" val="399439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2026-06-27T05:51:58.4940000Z</dcterms:created>
  <dcterms:modified xsi:type="dcterms:W3CDTF">2026-06-27T05:51:58.4940000Z</dcterms:modified>
</coreProperties>
</file>